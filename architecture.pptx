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7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5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8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3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1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6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9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1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C964A-A7A6-4716-9273-3B457FACE4D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7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ABBB-A5EB-087F-7CDB-67D758DF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63707F-6762-DA46-8024-8E18474651BA}"/>
              </a:ext>
            </a:extLst>
          </p:cNvPr>
          <p:cNvSpPr/>
          <p:nvPr/>
        </p:nvSpPr>
        <p:spPr>
          <a:xfrm>
            <a:off x="7181838" y="3214714"/>
            <a:ext cx="1374042" cy="687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Reasoner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D1BA3D-716F-193A-9F69-6AEC43977C47}"/>
              </a:ext>
            </a:extLst>
          </p:cNvPr>
          <p:cNvSpPr/>
          <p:nvPr/>
        </p:nvSpPr>
        <p:spPr>
          <a:xfrm>
            <a:off x="3425022" y="2741979"/>
            <a:ext cx="1374042" cy="687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Summarizer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E2075E-7C75-6EE0-5028-9CC11B755437}"/>
              </a:ext>
            </a:extLst>
          </p:cNvPr>
          <p:cNvSpPr/>
          <p:nvPr/>
        </p:nvSpPr>
        <p:spPr>
          <a:xfrm>
            <a:off x="5303450" y="3210034"/>
            <a:ext cx="1374039" cy="687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2EA59F-4C80-24D4-D508-BC768CB4FE59}"/>
              </a:ext>
            </a:extLst>
          </p:cNvPr>
          <p:cNvSpPr/>
          <p:nvPr/>
        </p:nvSpPr>
        <p:spPr>
          <a:xfrm>
            <a:off x="3425018" y="3611269"/>
            <a:ext cx="1374036" cy="687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Memorizer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B176A9-5603-8792-7BEC-2493A6E162D4}"/>
              </a:ext>
            </a:extLst>
          </p:cNvPr>
          <p:cNvSpPr/>
          <p:nvPr/>
        </p:nvSpPr>
        <p:spPr>
          <a:xfrm>
            <a:off x="9051264" y="3210033"/>
            <a:ext cx="1374042" cy="687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FE5BB5-E3B6-B91D-B208-BC7DC412E43F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8555880" y="3553544"/>
            <a:ext cx="495384" cy="468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370DBD-FD07-D99A-22AD-F5526DD3F541}"/>
              </a:ext>
            </a:extLst>
          </p:cNvPr>
          <p:cNvSpPr/>
          <p:nvPr/>
        </p:nvSpPr>
        <p:spPr>
          <a:xfrm>
            <a:off x="1546592" y="3196907"/>
            <a:ext cx="1374042" cy="68702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Environment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0EB27EB-1671-8A9A-FBC4-183C4B63D04B}"/>
              </a:ext>
            </a:extLst>
          </p:cNvPr>
          <p:cNvCxnSpPr>
            <a:cxnSpLocks/>
            <a:stCxn id="27" idx="3"/>
            <a:endCxn id="12" idx="1"/>
          </p:cNvCxnSpPr>
          <p:nvPr/>
        </p:nvCxnSpPr>
        <p:spPr>
          <a:xfrm>
            <a:off x="2920634" y="3540418"/>
            <a:ext cx="504384" cy="41436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DBB06D9-02F9-EF61-F145-27D6D603A896}"/>
              </a:ext>
            </a:extLst>
          </p:cNvPr>
          <p:cNvCxnSpPr>
            <a:cxnSpLocks/>
            <a:stCxn id="33" idx="4"/>
            <a:endCxn id="27" idx="0"/>
          </p:cNvCxnSpPr>
          <p:nvPr/>
        </p:nvCxnSpPr>
        <p:spPr>
          <a:xfrm>
            <a:off x="2233613" y="2834908"/>
            <a:ext cx="0" cy="36199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4FC5A78-EBF9-30FD-274A-53FACBB34A4B}"/>
              </a:ext>
            </a:extLst>
          </p:cNvPr>
          <p:cNvSpPr/>
          <p:nvPr/>
        </p:nvSpPr>
        <p:spPr>
          <a:xfrm>
            <a:off x="1890102" y="2147887"/>
            <a:ext cx="687021" cy="6870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Start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517CAB-367E-C5F3-A8E9-390D41DFD131}"/>
              </a:ext>
            </a:extLst>
          </p:cNvPr>
          <p:cNvSpPr/>
          <p:nvPr/>
        </p:nvSpPr>
        <p:spPr>
          <a:xfrm>
            <a:off x="1890102" y="4245926"/>
            <a:ext cx="687021" cy="6870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End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BBD24E-DE5E-76FE-FDE9-58E37DDBA49C}"/>
              </a:ext>
            </a:extLst>
          </p:cNvPr>
          <p:cNvCxnSpPr>
            <a:cxnSpLocks/>
            <a:stCxn id="27" idx="2"/>
            <a:endCxn id="34" idx="0"/>
          </p:cNvCxnSpPr>
          <p:nvPr/>
        </p:nvCxnSpPr>
        <p:spPr>
          <a:xfrm>
            <a:off x="2233613" y="3883927"/>
            <a:ext cx="0" cy="36199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8E22C2F8-DEB1-CB74-F6BC-7E94F1D235E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Modular Agent Architecture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1F5EEA4-7621-AB8E-7FF6-430316A62563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20634" y="3085490"/>
            <a:ext cx="504388" cy="45492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F8280FB-4CCF-F6CB-1FF1-997DEFCD45A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799064" y="3085490"/>
            <a:ext cx="504386" cy="46805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2B63221-1800-0B55-8746-BED01C6CD62E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4799054" y="3553545"/>
            <a:ext cx="504396" cy="40123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A290D47-E450-0156-4467-FB93C3507381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>
            <a:off x="6677489" y="3553545"/>
            <a:ext cx="504349" cy="468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675E32C-D33B-12F7-6EEB-D78007B65AD9}"/>
              </a:ext>
            </a:extLst>
          </p:cNvPr>
          <p:cNvCxnSpPr>
            <a:cxnSpLocks/>
          </p:cNvCxnSpPr>
          <p:nvPr/>
        </p:nvCxnSpPr>
        <p:spPr>
          <a:xfrm flipH="1" flipV="1">
            <a:off x="1555629" y="3518552"/>
            <a:ext cx="8869680" cy="17474"/>
          </a:xfrm>
          <a:prstGeom prst="bentConnector5">
            <a:avLst>
              <a:gd name="adj1" fmla="val -4016"/>
              <a:gd name="adj2" fmla="val -10343505"/>
              <a:gd name="adj3" fmla="val 105092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59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177</TotalTime>
  <Words>11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Renze</dc:creator>
  <cp:lastModifiedBy>Matthew Renze</cp:lastModifiedBy>
  <cp:revision>12</cp:revision>
  <dcterms:created xsi:type="dcterms:W3CDTF">2026-02-02T16:09:16Z</dcterms:created>
  <dcterms:modified xsi:type="dcterms:W3CDTF">2026-07-16T16:52:25Z</dcterms:modified>
</cp:coreProperties>
</file>