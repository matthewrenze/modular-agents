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7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54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8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0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3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1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6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9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1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C964A-A7A6-4716-9273-3B457FACE4DE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B7CE7-A552-4EC5-8A46-EAA9924B3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7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C5979D-7342-4206-0E2F-657D86106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Modular Agent Architecture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B4A69E-4A67-5560-25CC-120C76F25095}"/>
              </a:ext>
            </a:extLst>
          </p:cNvPr>
          <p:cNvSpPr/>
          <p:nvPr/>
        </p:nvSpPr>
        <p:spPr>
          <a:xfrm>
            <a:off x="5649035" y="3544094"/>
            <a:ext cx="2286000" cy="9144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Reasoner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909DA7-AE37-E87A-EBA6-1C611540A4F7}"/>
              </a:ext>
            </a:extLst>
          </p:cNvPr>
          <p:cNvSpPr/>
          <p:nvPr/>
        </p:nvSpPr>
        <p:spPr>
          <a:xfrm>
            <a:off x="2448635" y="3544094"/>
            <a:ext cx="2286000" cy="9144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Summarizer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A10CFF-258B-E319-C50C-B45C912A0FB5}"/>
              </a:ext>
            </a:extLst>
          </p:cNvPr>
          <p:cNvSpPr/>
          <p:nvPr/>
        </p:nvSpPr>
        <p:spPr>
          <a:xfrm>
            <a:off x="2448635" y="2216512"/>
            <a:ext cx="2286000" cy="9144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Planner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BCEAC8F-4A37-521E-878B-DAEC09BDBECD}"/>
              </a:ext>
            </a:extLst>
          </p:cNvPr>
          <p:cNvSpPr/>
          <p:nvPr/>
        </p:nvSpPr>
        <p:spPr>
          <a:xfrm>
            <a:off x="2448635" y="4871676"/>
            <a:ext cx="2286000" cy="9144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Memorizer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0F036B2-DB93-0095-39E4-35073A9E6BD8}"/>
              </a:ext>
            </a:extLst>
          </p:cNvPr>
          <p:cNvSpPr/>
          <p:nvPr/>
        </p:nvSpPr>
        <p:spPr>
          <a:xfrm>
            <a:off x="8849435" y="3544094"/>
            <a:ext cx="2286000" cy="9144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Actor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EB942D7-B7D1-69C3-E302-56E21AFA7823}"/>
              </a:ext>
            </a:extLst>
          </p:cNvPr>
          <p:cNvCxnSpPr>
            <a:stCxn id="10" idx="3"/>
            <a:endCxn id="7" idx="1"/>
          </p:cNvCxnSpPr>
          <p:nvPr/>
        </p:nvCxnSpPr>
        <p:spPr>
          <a:xfrm>
            <a:off x="4734635" y="2673712"/>
            <a:ext cx="914400" cy="1327582"/>
          </a:xfrm>
          <a:prstGeom prst="bentConnector3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D2708D9-881A-F4BD-4478-552B767870DD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4734635" y="4001294"/>
            <a:ext cx="914400" cy="132758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FD3A21-46E4-90B3-9C11-1374157CC142}"/>
              </a:ext>
            </a:extLst>
          </p:cNvPr>
          <p:cNvCxnSpPr>
            <a:endCxn id="7" idx="1"/>
          </p:cNvCxnSpPr>
          <p:nvPr/>
        </p:nvCxnSpPr>
        <p:spPr>
          <a:xfrm>
            <a:off x="4734635" y="4001294"/>
            <a:ext cx="914400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4B248C-BC58-B17D-2223-4D17727812ED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7935035" y="4001294"/>
            <a:ext cx="914400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1EE59FA-66D8-4A88-BB1D-DB4FD4613B76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838200" y="4001294"/>
            <a:ext cx="10297235" cy="12700"/>
          </a:xfrm>
          <a:prstGeom prst="bentConnector5">
            <a:avLst>
              <a:gd name="adj1" fmla="val -2220"/>
              <a:gd name="adj2" fmla="val 18931252"/>
              <a:gd name="adj3" fmla="val 10222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F93FAA6-6051-131F-3CCC-8D64F06A7D14}"/>
              </a:ext>
            </a:extLst>
          </p:cNvPr>
          <p:cNvSpPr/>
          <p:nvPr/>
        </p:nvSpPr>
        <p:spPr>
          <a:xfrm>
            <a:off x="838200" y="3544094"/>
            <a:ext cx="914400" cy="914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State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FCF92F4-04D3-6F55-B1BD-FA8893AF01BE}"/>
              </a:ext>
            </a:extLst>
          </p:cNvPr>
          <p:cNvCxnSpPr>
            <a:cxnSpLocks/>
            <a:stCxn id="26" idx="6"/>
            <a:endCxn id="10" idx="1"/>
          </p:cNvCxnSpPr>
          <p:nvPr/>
        </p:nvCxnSpPr>
        <p:spPr>
          <a:xfrm flipV="1">
            <a:off x="1752600" y="2673712"/>
            <a:ext cx="696035" cy="1327582"/>
          </a:xfrm>
          <a:prstGeom prst="bentConnector3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E77A9C4-8F86-6169-8E5D-28DC23A586B6}"/>
              </a:ext>
            </a:extLst>
          </p:cNvPr>
          <p:cNvCxnSpPr>
            <a:cxnSpLocks/>
            <a:stCxn id="26" idx="6"/>
            <a:endCxn id="16" idx="1"/>
          </p:cNvCxnSpPr>
          <p:nvPr/>
        </p:nvCxnSpPr>
        <p:spPr>
          <a:xfrm>
            <a:off x="1752600" y="4001294"/>
            <a:ext cx="696035" cy="132758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3B2C1D-5BD6-4CDF-64ED-8A1615E73681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752600" y="4001294"/>
            <a:ext cx="696035" cy="1747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84D930-4201-6047-00C6-BD40A18EF8AE}"/>
              </a:ext>
            </a:extLst>
          </p:cNvPr>
          <p:cNvCxnSpPr>
            <a:cxnSpLocks/>
            <a:stCxn id="38" idx="4"/>
            <a:endCxn id="26" idx="0"/>
          </p:cNvCxnSpPr>
          <p:nvPr/>
        </p:nvCxnSpPr>
        <p:spPr>
          <a:xfrm>
            <a:off x="1295400" y="2695721"/>
            <a:ext cx="0" cy="848373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94157821-5FFF-29EA-2A56-732195516BFA}"/>
              </a:ext>
            </a:extLst>
          </p:cNvPr>
          <p:cNvSpPr/>
          <p:nvPr/>
        </p:nvSpPr>
        <p:spPr>
          <a:xfrm>
            <a:off x="838200" y="1781321"/>
            <a:ext cx="914400" cy="914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663132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10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Modular Agent Architecture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Renze</dc:creator>
  <cp:lastModifiedBy>Matthew Renze</cp:lastModifiedBy>
  <cp:revision>7</cp:revision>
  <dcterms:created xsi:type="dcterms:W3CDTF">2026-02-02T16:09:16Z</dcterms:created>
  <dcterms:modified xsi:type="dcterms:W3CDTF">2026-04-04T16:09:23Z</dcterms:modified>
</cp:coreProperties>
</file>