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132" y="63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933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057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871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1540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387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003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237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015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661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796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117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FC964A-A7A6-4716-9273-3B457FACE4DE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77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537F5CB7-A763-799A-3F57-A2CC336FA171}"/>
              </a:ext>
            </a:extLst>
          </p:cNvPr>
          <p:cNvSpPr/>
          <p:nvPr/>
        </p:nvSpPr>
        <p:spPr>
          <a:xfrm>
            <a:off x="1323467" y="3071061"/>
            <a:ext cx="1371600" cy="23461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35B34839-78DC-B804-7E7C-A1AE45580E63}"/>
              </a:ext>
            </a:extLst>
          </p:cNvPr>
          <p:cNvSpPr/>
          <p:nvPr/>
        </p:nvSpPr>
        <p:spPr>
          <a:xfrm>
            <a:off x="1311433" y="3522245"/>
            <a:ext cx="1371600" cy="23461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27A772A-E9A1-90BB-3A79-CD829F0F0104}"/>
              </a:ext>
            </a:extLst>
          </p:cNvPr>
          <p:cNvSpPr/>
          <p:nvPr/>
        </p:nvSpPr>
        <p:spPr>
          <a:xfrm>
            <a:off x="8622627" y="2971800"/>
            <a:ext cx="1371600" cy="9144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Actor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E729B92-9570-0272-FCB1-8ADB356EF025}"/>
              </a:ext>
            </a:extLst>
          </p:cNvPr>
          <p:cNvSpPr/>
          <p:nvPr/>
        </p:nvSpPr>
        <p:spPr>
          <a:xfrm>
            <a:off x="1331484" y="4331368"/>
            <a:ext cx="1371600" cy="9144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Reflector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21876C7-8090-A865-57ED-932EBE5E13F1}"/>
              </a:ext>
            </a:extLst>
          </p:cNvPr>
          <p:cNvSpPr/>
          <p:nvPr/>
        </p:nvSpPr>
        <p:spPr>
          <a:xfrm>
            <a:off x="3148257" y="4331368"/>
            <a:ext cx="1371600" cy="91440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Reviewer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2B23C4A-F749-8DD7-7AEE-C04A3C7969D5}"/>
              </a:ext>
            </a:extLst>
          </p:cNvPr>
          <p:cNvSpPr/>
          <p:nvPr/>
        </p:nvSpPr>
        <p:spPr>
          <a:xfrm>
            <a:off x="1323467" y="2971800"/>
            <a:ext cx="1371600" cy="9144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Planner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336AEB3-C061-F2D7-F4A3-15502D822309}"/>
              </a:ext>
            </a:extLst>
          </p:cNvPr>
          <p:cNvSpPr/>
          <p:nvPr/>
        </p:nvSpPr>
        <p:spPr>
          <a:xfrm>
            <a:off x="3148257" y="2971800"/>
            <a:ext cx="1371600" cy="9144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Summarizer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8EF932F-00C5-F3A3-603A-46BD117CBFE9}"/>
              </a:ext>
            </a:extLst>
          </p:cNvPr>
          <p:cNvSpPr/>
          <p:nvPr/>
        </p:nvSpPr>
        <p:spPr>
          <a:xfrm>
            <a:off x="4985081" y="2971800"/>
            <a:ext cx="1371600" cy="9144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Memorizer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AF55CC2-93AA-7AF3-6158-71C741B0CA87}"/>
              </a:ext>
            </a:extLst>
          </p:cNvPr>
          <p:cNvSpPr/>
          <p:nvPr/>
        </p:nvSpPr>
        <p:spPr>
          <a:xfrm>
            <a:off x="6797837" y="2971800"/>
            <a:ext cx="1371600" cy="9144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Reasoner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67D181F-D06D-BB84-452D-BCFEC1FCA710}"/>
              </a:ext>
            </a:extLst>
          </p:cNvPr>
          <p:cNvSpPr/>
          <p:nvPr/>
        </p:nvSpPr>
        <p:spPr>
          <a:xfrm>
            <a:off x="10447417" y="2959769"/>
            <a:ext cx="1371600" cy="9144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Predictor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2ED21B0-B111-64CC-2950-84704E4D28C0}"/>
              </a:ext>
            </a:extLst>
          </p:cNvPr>
          <p:cNvSpPr/>
          <p:nvPr/>
        </p:nvSpPr>
        <p:spPr>
          <a:xfrm>
            <a:off x="156406" y="1858879"/>
            <a:ext cx="952500" cy="42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Step 1: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7C46D1-8847-6DF4-5FA5-3D5EC8EFDD76}"/>
              </a:ext>
            </a:extLst>
          </p:cNvPr>
          <p:cNvSpPr/>
          <p:nvPr/>
        </p:nvSpPr>
        <p:spPr>
          <a:xfrm>
            <a:off x="156406" y="3218447"/>
            <a:ext cx="952500" cy="42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Step 1-n: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5F89A13-165A-97FA-96B4-AB550897A480}"/>
              </a:ext>
            </a:extLst>
          </p:cNvPr>
          <p:cNvSpPr/>
          <p:nvPr/>
        </p:nvSpPr>
        <p:spPr>
          <a:xfrm>
            <a:off x="156406" y="4578015"/>
            <a:ext cx="952500" cy="42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Step n:</a:t>
            </a:r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70CB9252-FB6A-3501-6D6E-89102CA493D9}"/>
              </a:ext>
            </a:extLst>
          </p:cNvPr>
          <p:cNvCxnSpPr>
            <a:cxnSpLocks/>
            <a:stCxn id="18" idx="3"/>
            <a:endCxn id="62" idx="1"/>
          </p:cNvCxnSpPr>
          <p:nvPr/>
        </p:nvCxnSpPr>
        <p:spPr>
          <a:xfrm>
            <a:off x="1108906" y="2069432"/>
            <a:ext cx="214561" cy="111893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5F26AE1-586B-4CDC-3C4E-6B60A537727A}"/>
              </a:ext>
            </a:extLst>
          </p:cNvPr>
          <p:cNvCxnSpPr>
            <a:stCxn id="11" idx="3"/>
            <a:endCxn id="12" idx="1"/>
          </p:cNvCxnSpPr>
          <p:nvPr/>
        </p:nvCxnSpPr>
        <p:spPr>
          <a:xfrm>
            <a:off x="2695067" y="3429000"/>
            <a:ext cx="4531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AC97757-F17C-2FB5-A704-98C93269542B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4519857" y="3429000"/>
            <a:ext cx="46522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412370A-AD89-7867-F1ED-CD07D54BD796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6356681" y="3429000"/>
            <a:ext cx="44115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27989C4-B8DC-9ED7-587C-D8DCF7CE901F}"/>
              </a:ext>
            </a:extLst>
          </p:cNvPr>
          <p:cNvCxnSpPr>
            <a:cxnSpLocks/>
            <a:stCxn id="14" idx="3"/>
            <a:endCxn id="5" idx="1"/>
          </p:cNvCxnSpPr>
          <p:nvPr/>
        </p:nvCxnSpPr>
        <p:spPr>
          <a:xfrm>
            <a:off x="8169437" y="3429000"/>
            <a:ext cx="4531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C7B2C1B-DEC8-CBF1-54C6-8CF4885B6257}"/>
              </a:ext>
            </a:extLst>
          </p:cNvPr>
          <p:cNvCxnSpPr>
            <a:cxnSpLocks/>
            <a:stCxn id="5" idx="3"/>
            <a:endCxn id="15" idx="1"/>
          </p:cNvCxnSpPr>
          <p:nvPr/>
        </p:nvCxnSpPr>
        <p:spPr>
          <a:xfrm flipV="1">
            <a:off x="9994227" y="3416969"/>
            <a:ext cx="453190" cy="120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33287D4-3AAB-0059-CEDB-EF9A583165EE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2703084" y="4788568"/>
            <a:ext cx="44517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D5C0709F-843C-7833-76AF-7BEDD2589789}"/>
              </a:ext>
            </a:extLst>
          </p:cNvPr>
          <p:cNvCxnSpPr>
            <a:cxnSpLocks/>
            <a:stCxn id="15" idx="3"/>
            <a:endCxn id="64" idx="1"/>
          </p:cNvCxnSpPr>
          <p:nvPr/>
        </p:nvCxnSpPr>
        <p:spPr>
          <a:xfrm flipH="1">
            <a:off x="1311433" y="3416969"/>
            <a:ext cx="10507584" cy="222584"/>
          </a:xfrm>
          <a:prstGeom prst="bentConnector5">
            <a:avLst>
              <a:gd name="adj1" fmla="val -916"/>
              <a:gd name="adj2" fmla="val 281081"/>
              <a:gd name="adj3" fmla="val 10206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709AAFB2-35BE-DAA2-DB3D-52742B0BEAEB}"/>
              </a:ext>
            </a:extLst>
          </p:cNvPr>
          <p:cNvCxnSpPr>
            <a:cxnSpLocks/>
            <a:stCxn id="15" idx="3"/>
            <a:endCxn id="6" idx="1"/>
          </p:cNvCxnSpPr>
          <p:nvPr/>
        </p:nvCxnSpPr>
        <p:spPr>
          <a:xfrm flipH="1">
            <a:off x="1331484" y="3416969"/>
            <a:ext cx="10487533" cy="1371599"/>
          </a:xfrm>
          <a:prstGeom prst="bentConnector5">
            <a:avLst>
              <a:gd name="adj1" fmla="val -1950"/>
              <a:gd name="adj2" fmla="val 54386"/>
              <a:gd name="adj3" fmla="val 10229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itle 81">
            <a:extLst>
              <a:ext uri="{FF2B5EF4-FFF2-40B4-BE49-F238E27FC236}">
                <a16:creationId xmlns:a16="http://schemas.microsoft.com/office/drawing/2014/main" id="{F611047F-9E5C-BA0B-EF6A-58CD91489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Modular Agent Architecture</a:t>
            </a:r>
          </a:p>
        </p:txBody>
      </p:sp>
    </p:spTree>
    <p:extLst>
      <p:ext uri="{BB962C8B-B14F-4D97-AF65-F5344CB8AC3E}">
        <p14:creationId xmlns:p14="http://schemas.microsoft.com/office/powerpoint/2010/main" val="6631320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43</TotalTime>
  <Words>20</Words>
  <Application>Microsoft Office PowerPoint</Application>
  <PresentationFormat>Widescreen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2013 - 2022 Theme</vt:lpstr>
      <vt:lpstr>Modular Agent Architecture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Renze</dc:creator>
  <cp:lastModifiedBy>Matthew Renze</cp:lastModifiedBy>
  <cp:revision>6</cp:revision>
  <dcterms:created xsi:type="dcterms:W3CDTF">2026-02-02T16:09:16Z</dcterms:created>
  <dcterms:modified xsi:type="dcterms:W3CDTF">2026-03-13T21:03:14Z</dcterms:modified>
</cp:coreProperties>
</file>