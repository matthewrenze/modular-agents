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6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33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05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71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154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387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03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23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15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66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7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11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FC964A-A7A6-4716-9273-3B457FACE4DE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B7CE7-A552-4EC5-8A46-EAA9924B3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77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936E954-125E-1C35-F916-079D812C1D52}"/>
              </a:ext>
            </a:extLst>
          </p:cNvPr>
          <p:cNvSpPr/>
          <p:nvPr/>
        </p:nvSpPr>
        <p:spPr>
          <a:xfrm>
            <a:off x="6571548" y="3556793"/>
            <a:ext cx="18288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Reasoner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FCDA1A-27A9-5095-6EE5-B0EC31EF17ED}"/>
              </a:ext>
            </a:extLst>
          </p:cNvPr>
          <p:cNvSpPr/>
          <p:nvPr/>
        </p:nvSpPr>
        <p:spPr>
          <a:xfrm>
            <a:off x="4046713" y="3544093"/>
            <a:ext cx="18288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Summarizer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BFE89B-EB9C-2479-4D94-29986ECB438D}"/>
              </a:ext>
            </a:extLst>
          </p:cNvPr>
          <p:cNvSpPr/>
          <p:nvPr/>
        </p:nvSpPr>
        <p:spPr>
          <a:xfrm>
            <a:off x="4046713" y="2216511"/>
            <a:ext cx="1828796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Planner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BCAF547-4F87-85FE-2B2B-62636E92EFD7}"/>
              </a:ext>
            </a:extLst>
          </p:cNvPr>
          <p:cNvSpPr/>
          <p:nvPr/>
        </p:nvSpPr>
        <p:spPr>
          <a:xfrm>
            <a:off x="4046713" y="4871675"/>
            <a:ext cx="1828793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Memorizer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6E764A-6E55-8BFB-8007-85C736AF093F}"/>
              </a:ext>
            </a:extLst>
          </p:cNvPr>
          <p:cNvSpPr/>
          <p:nvPr/>
        </p:nvSpPr>
        <p:spPr>
          <a:xfrm>
            <a:off x="8816610" y="3561568"/>
            <a:ext cx="1828800" cy="9144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Actor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FCD2F36-B9F0-B0CA-A30C-6E4CA997178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875509" y="2673711"/>
            <a:ext cx="696039" cy="1340282"/>
          </a:xfrm>
          <a:prstGeom prst="bentConnector3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EEAE56F-7B95-CBCD-17D0-85A86619EC49}"/>
              </a:ext>
            </a:extLst>
          </p:cNvPr>
          <p:cNvCxnSpPr>
            <a:cxnSpLocks/>
            <a:stCxn id="12" idx="3"/>
            <a:endCxn id="6" idx="1"/>
          </p:cNvCxnSpPr>
          <p:nvPr/>
        </p:nvCxnSpPr>
        <p:spPr>
          <a:xfrm flipV="1">
            <a:off x="5875506" y="4013993"/>
            <a:ext cx="696042" cy="1314882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67BC2FE-3205-6196-A18C-4BD52AEB0D7A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875506" y="4013993"/>
            <a:ext cx="696042" cy="0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FC08A0-0817-B305-918B-0A3AFFCAC240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8400348" y="4013993"/>
            <a:ext cx="416262" cy="4775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1F1BCCBB-4627-1A3C-6330-23E09C5FCB03}"/>
              </a:ext>
            </a:extLst>
          </p:cNvPr>
          <p:cNvCxnSpPr>
            <a:cxnSpLocks/>
            <a:stCxn id="13" idx="3"/>
            <a:endCxn id="27" idx="1"/>
          </p:cNvCxnSpPr>
          <p:nvPr/>
        </p:nvCxnSpPr>
        <p:spPr>
          <a:xfrm flipH="1" flipV="1">
            <a:off x="1546591" y="4001294"/>
            <a:ext cx="9098819" cy="17474"/>
          </a:xfrm>
          <a:prstGeom prst="bentConnector5">
            <a:avLst>
              <a:gd name="adj1" fmla="val -4413"/>
              <a:gd name="adj2" fmla="val -13441942"/>
              <a:gd name="adj3" fmla="val 105092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24BC48B-8C7D-8CEA-A141-0D8EC2BC6F16}"/>
              </a:ext>
            </a:extLst>
          </p:cNvPr>
          <p:cNvSpPr/>
          <p:nvPr/>
        </p:nvSpPr>
        <p:spPr>
          <a:xfrm>
            <a:off x="1546591" y="3544094"/>
            <a:ext cx="1828800" cy="9144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Environment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3AF6B49-D217-C407-BB30-DA402343BF05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 flipV="1">
            <a:off x="3375391" y="2673711"/>
            <a:ext cx="671322" cy="1327583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F2D7F9A-DB41-0F22-BD1F-181DE9E670DA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>
            <a:off x="3375391" y="4001294"/>
            <a:ext cx="671322" cy="1327581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E60974-FA24-D321-ED3F-5F7CC37A6BD1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3375391" y="4001293"/>
            <a:ext cx="671322" cy="1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6DE0199-9333-32AC-E7DB-2D43EF5F042B}"/>
              </a:ext>
            </a:extLst>
          </p:cNvPr>
          <p:cNvCxnSpPr>
            <a:cxnSpLocks/>
            <a:stCxn id="33" idx="4"/>
            <a:endCxn id="27" idx="0"/>
          </p:cNvCxnSpPr>
          <p:nvPr/>
        </p:nvCxnSpPr>
        <p:spPr>
          <a:xfrm>
            <a:off x="2460991" y="3062287"/>
            <a:ext cx="0" cy="481807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A749B706-4269-4DA3-899B-5C26AAAD557B}"/>
              </a:ext>
            </a:extLst>
          </p:cNvPr>
          <p:cNvSpPr/>
          <p:nvPr/>
        </p:nvSpPr>
        <p:spPr>
          <a:xfrm>
            <a:off x="2003791" y="2147887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0C546E5-A788-C3FF-5F74-2B53343E17A7}"/>
              </a:ext>
            </a:extLst>
          </p:cNvPr>
          <p:cNvSpPr/>
          <p:nvPr/>
        </p:nvSpPr>
        <p:spPr>
          <a:xfrm>
            <a:off x="2003791" y="4940301"/>
            <a:ext cx="914400" cy="914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End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E0B5D57-60E4-B977-5823-5AABC9D4A8E4}"/>
              </a:ext>
            </a:extLst>
          </p:cNvPr>
          <p:cNvCxnSpPr>
            <a:cxnSpLocks/>
            <a:stCxn id="27" idx="2"/>
            <a:endCxn id="34" idx="0"/>
          </p:cNvCxnSpPr>
          <p:nvPr/>
        </p:nvCxnSpPr>
        <p:spPr>
          <a:xfrm>
            <a:off x="2460991" y="4458494"/>
            <a:ext cx="0" cy="481807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itle 1">
            <a:extLst>
              <a:ext uri="{FF2B5EF4-FFF2-40B4-BE49-F238E27FC236}">
                <a16:creationId xmlns:a16="http://schemas.microsoft.com/office/drawing/2014/main" id="{F49F5D40-E9E8-F91F-4CD7-50E98F00927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Modular Agent Architecture</a:t>
            </a:r>
          </a:p>
        </p:txBody>
      </p:sp>
    </p:spTree>
    <p:extLst>
      <p:ext uri="{BB962C8B-B14F-4D97-AF65-F5344CB8AC3E}">
        <p14:creationId xmlns:p14="http://schemas.microsoft.com/office/powerpoint/2010/main" val="663132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44</TotalTime>
  <Words>11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Renze</dc:creator>
  <cp:lastModifiedBy>Matthew Renze</cp:lastModifiedBy>
  <cp:revision>8</cp:revision>
  <dcterms:created xsi:type="dcterms:W3CDTF">2026-02-02T16:09:16Z</dcterms:created>
  <dcterms:modified xsi:type="dcterms:W3CDTF">2026-04-09T23:39:17Z</dcterms:modified>
</cp:coreProperties>
</file>